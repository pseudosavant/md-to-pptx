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18F045-DADE-49A8-832A-D11FD861333D}" v="4" dt="2026-04-21T00:56:50.0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 Ellis" userId="ca23b53402098f5d" providerId="LiveId" clId="{C22253AC-51E4-4FFF-AED1-73FD0FCB3816}"/>
    <pc:docChg chg="modSld">
      <pc:chgData name="Paul Ellis" userId="ca23b53402098f5d" providerId="LiveId" clId="{C22253AC-51E4-4FFF-AED1-73FD0FCB3816}" dt="2026-04-21T00:56:50.081" v="3"/>
      <pc:docMkLst>
        <pc:docMk/>
      </pc:docMkLst>
      <pc:sldChg chg="setBg">
        <pc:chgData name="Paul Ellis" userId="ca23b53402098f5d" providerId="LiveId" clId="{C22253AC-51E4-4FFF-AED1-73FD0FCB3816}" dt="2026-04-21T00:56:50.081" v="3"/>
        <pc:sldMkLst>
          <pc:docMk/>
          <pc:sldMk cId="2493188051" sldId="25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34714B-36C0-4F55-B631-095697B05A1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06CCCC-FE4E-4EBC-950A-C6FE45FB0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89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intentionally demonstrates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FC93-8786-03A5-FF46-60AC373CF4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C48827-FAFE-757E-1BDE-A06E4510E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93809F-6FD5-1B03-1567-1763DC11F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BC750-76C4-37C3-4C64-87D13E5FC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CEC4E-AFC9-D7F0-CE75-B4633A0D3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93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B371E-C732-84F9-BD3D-F382350F6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99C3E-757B-E19D-4285-78E92C3458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96C4F-1DE2-3AA4-9C9B-C75122B0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D30F03-70A8-65F8-0B28-472538E32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5102F-77D2-EA7A-2828-55575C441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60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6A4C5-25EB-9DBF-9AE7-B4B50751A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F4BB36-C20B-2A12-776D-B8CF328A3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DC8ECC-F7D5-73A7-B8E3-B1A0CA7D4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2E49D5-1C9F-8D40-CCB4-B471C952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B6321D-21FC-FE13-115B-7AF14C020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66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7A5E-A34A-0C04-152E-1448113EB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2B90F-81A0-2A83-4F7C-F1C9B579C5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1E1D5-7ED1-2D69-071E-F87266FD0B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D40E98-9414-6423-290B-4D393029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492CC8-1E8A-086B-88FB-AE86F243C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7E5F9-26DA-4072-D5BB-1084A6A1C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540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CAB7B-46DD-FE93-9C9D-1D30555FC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AD5FF-026E-DD96-F130-348C21A5C0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6DF69-2038-8BD6-CA4A-1E3BBE6756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9318A0-C4ED-7F91-CD79-9089D088A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71C1DB-9CB8-2692-9782-82569302F6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DC32B4-BF9C-89B5-296C-7F0E74347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D5AFAD-62FA-AD1A-1E97-95C982D7B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730FC9-1B0B-E421-D011-9201EAE2A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872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9C342-6914-9E17-B798-8659872DD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F670CD-E95D-72AB-A97F-908471A0E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D6C3B5-CB93-F497-CA2F-F03AC985F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D53CC-6E53-168F-C009-49EEC83EB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043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B72EB3-4F17-5706-8B26-3235B26BC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33266D-F165-6DB3-9C5A-DF0901DD0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A4B781-F948-D676-3548-31D67D40A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024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81042-B979-E1A9-7DFA-48CA53E74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40C8C-D4A7-4F29-E296-5BE456BA5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33AD6-C50B-8360-04D8-6DDA04E93E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7AC5C1-0FE0-4F70-8F57-4DF471E1A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302485-1CFA-0B33-3618-9AED445BB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209CB3-0932-74FD-8F06-528D05A9E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221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83F8-CEC4-7941-A0F9-844FA1612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14E2B-0179-1A01-582B-EFB5BB37A7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0B335-F7A1-F1F0-3588-8E5344EE66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2C83E5-7ABA-5071-C4FF-CCD884099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F6AAE3-E4A3-7AB6-0605-B74031B07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F5FC47-A572-8EC0-82F2-A82C8B53A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282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A80E8-FA40-761C-C204-D27DAF2EC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587A76-E4B7-7F94-F8FF-CB53E8CB5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732A7-9B99-C553-881C-884C1E07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AB7C5-17F0-6DCA-7C9A-A80259CB2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021F4-82F6-6D70-16D1-DB8A5BF9A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611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CFCB39-CC34-1B9C-6E89-D8EB45AC9E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78CF9-71D7-F3A2-6409-2117C055BA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17D1AE-0E61-EBCA-F251-4E08C554A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61B56-D627-359F-ADE6-41AC5763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BA388-298F-82D3-1EDB-F9D8764A7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9308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3FAFF"/>
            </a:gs>
            <a:gs pos="54000">
              <a:srgbClr val="E6F4FF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CBAE84-EA4C-C8F8-3709-EDD14D1F5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4B1F3-85AD-9F78-4219-27AB7B47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9BC02-5FD5-5699-6FDA-44B4FBD1D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0A7771-9D5A-4D61-8C66-60C88DB26C70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16B89-3F62-F24C-2EE3-C5284C7EAB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17629-D3CC-42DF-0750-5B632BDCD4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87E326-E539-492D-9221-BBF0DE375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32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hyperlink" Target="https://python-pptx.readthedocs.io/en/lates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markdown-pptx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Markdown in. Editable PowerPoint 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What markdown-pptx is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Consolas"/>
                <a:solidFill>
                  <a:schemeClr val="dk1"/>
                </a:solidFill>
              </a:rPr>
              <a:t>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converts constrained Markdown slide decks into editable PowerPoint </a:t>
            </a:r>
            <a:r>
              <a:rPr b="0" i="0">
                <a:latin typeface="Consolas"/>
                <a:solidFill>
                  <a:schemeClr val="dk1"/>
                </a:solidFill>
              </a:rPr>
              <a:t>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presentations.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It uses real PowerPoint layouts and placeholders, so the output stays easy to edit in PowerPoint instead of becoming a pile of free-positioned text boxes.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How the format works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An optional document front matter block sets deck-wide defaults such as aspect ratio, fonts, colors, and background behavior.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Each </a:t>
            </a:r>
            <a:r>
              <a:rPr b="0" i="0">
                <a:latin typeface="Consolas"/>
                <a:solidFill>
                  <a:schemeClr val="dk1"/>
                </a:solidFill>
              </a:rPr>
              <a:t># H1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starts a new slide, optional slide front matter appears immediately after the H1, and everything until the next H1 becomes that slide's content.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Basic CLI usage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</a:t>
            </a:r>
            <a:r>
              <a:rPr b="0" i="0">
                <a:latin typeface="Consolas"/>
                <a:solidFill>
                  <a:schemeClr val="dk1"/>
                </a:solidFill>
              </a:rPr>
              <a:t>markdown-pptx deck.md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write </a:t>
            </a:r>
            <a:r>
              <a:rPr b="0" i="0">
                <a:latin typeface="Consolas"/>
                <a:solidFill>
                  <a:schemeClr val="dk1"/>
                </a:solidFill>
              </a:rPr>
              <a:t>deck.pptx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next to the source markdown file.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Use </a:t>
            </a:r>
            <a:r>
              <a:rPr b="0" i="0">
                <a:latin typeface="Consolas"/>
                <a:solidFill>
                  <a:schemeClr val="dk1"/>
                </a:solidFill>
              </a:rPr>
              <a:t>markdown-pptx deck.md out.pptx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choose the output path, </a:t>
            </a:r>
            <a:r>
              <a:rPr b="0" i="0">
                <a:latin typeface="Consolas"/>
                <a:solidFill>
                  <a:schemeClr val="dk1"/>
                </a:solidFill>
              </a:rPr>
              <a:t>--template theme.pptx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render against an existing PowerPoint template, and </a:t>
            </a:r>
            <a:r>
              <a:rPr b="0" i="0">
                <a:latin typeface="Consolas"/>
                <a:solidFill>
                  <a:schemeClr val="dk1"/>
                </a:solidFill>
              </a:rPr>
              <a:t>--force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overwrite an existing file.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Inspection-friendly CLI modes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Use </a:t>
            </a:r>
            <a:r>
              <a:rPr b="0" i="0">
                <a:latin typeface="Consolas"/>
                <a:solidFill>
                  <a:schemeClr val="dk1"/>
                </a:solidFill>
              </a:rPr>
              <a:t>--syntax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print the supported deck format, </a:t>
            </a:r>
            <a:r>
              <a:rPr b="0" i="0">
                <a:latin typeface="Consolas"/>
                <a:solidFill>
                  <a:schemeClr val="dk1"/>
                </a:solidFill>
              </a:rPr>
              <a:t>--list-layouts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inspect the layouts available in a template, and </a:t>
            </a:r>
            <a:r>
              <a:rPr b="0" i="0">
                <a:latin typeface="Consolas"/>
                <a:solidFill>
                  <a:schemeClr val="dk1"/>
                </a:solidFill>
              </a:rPr>
              <a:t>--list-color-schemes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see the built-in theme presets.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These modes are especially useful when a person or coding agent needs to discover the valid inputs before generating a deck.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Color and template control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Markdown can set document-level and slide-level colors with </a:t>
            </a:r>
            <a:r>
              <a:rPr b="0" i="0">
                <a:latin typeface="Consolas"/>
                <a:solidFill>
                  <a:schemeClr val="dk1"/>
                </a:solidFill>
              </a:rPr>
              <a:t>color_scheme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0">
                <a:latin typeface="Consolas"/>
                <a:solidFill>
                  <a:schemeClr val="dk1"/>
                </a:solidFill>
              </a:rPr>
              <a:t>title_color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0">
                <a:latin typeface="Consolas"/>
                <a:solidFill>
                  <a:schemeClr val="dk1"/>
                </a:solidFill>
              </a:rPr>
              <a:t>body_color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and background values such as solid colors, gradients, and images.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When a template already has the colors you want, </a:t>
            </a:r>
            <a:r>
              <a:rPr b="0" i="0">
                <a:latin typeface="Consolas"/>
                <a:solidFill>
                  <a:schemeClr val="dk1"/>
                </a:solidFill>
              </a:rPr>
              <a:t>--ignore-document-colors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and </a:t>
            </a:r>
            <a:r>
              <a:rPr b="0" i="0">
                <a:latin typeface="Consolas"/>
                <a:solidFill>
                  <a:schemeClr val="dk1"/>
                </a:solidFill>
              </a:rPr>
              <a:t>--ignore-slide-colors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let the template remain the source of truth for those color settings.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Feature examples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Each slide after this one isolates a single </a:t>
            </a:r>
            <a:r>
              <a:rPr b="0" i="0">
                <a:latin typeface="Consolas"/>
                <a:solidFill>
                  <a:schemeClr val="dk1"/>
                </a:solidFill>
              </a:rPr>
              <a:t>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feature.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Slide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the Title Slide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Section Header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the Section Header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and Content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the default Title and Content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Only layout</a:t>
            </a:r>
            <a:endParaRPr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Body text with hyperlinks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Consolas"/>
                <a:solidFill>
                  <a:schemeClr val="dk1"/>
                </a:solidFill>
              </a:rPr>
              <a:t>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can include links in normal body text, such as the </a:t>
            </a:r>
            <a:r>
              <a:rPr b="0" i="0">
                <a:hlinkClick r:id="rId2"/>
                <a:latin typeface="+mn-lt"/>
                <a:ea typeface="+mn-ea"/>
                <a:cs typeface="+mn-cs"/>
                <a:solidFill>
                  <a:schemeClr val="dk1"/>
                </a:solidFill>
              </a:rPr>
              <a:t>project repository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and the </a:t>
            </a:r>
            <a:r>
              <a:rPr b="0" i="0">
                <a:hlinkClick r:id="rId3"/>
                <a:latin typeface="+mn-lt"/>
                <a:ea typeface="+mn-ea"/>
                <a:cs typeface="+mn-cs"/>
                <a:solidFill>
                  <a:schemeClr val="dk1"/>
                </a:solidFill>
              </a:rPr>
              <a:t>python-pptx documentation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H2 through H4 headings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H2 heading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H2 stays inside the current slide body.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4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H3 heading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H3 also stays inside the same slide body.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1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H4 heading</a:t>
            </a:r>
            <a:endParaRPr>
              <a:solidFill>
                <a:schemeClr val="dk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H4 is rendered smaller while still using heading styling.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Bulleted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Write a readable Markdown deck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Choose a template if needed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Render an editable PowerPoint file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Numbered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Write the markdown source</a:t>
            </a:r>
            <a:endParaRPr>
              <a:solidFill>
                <a:schemeClr val="dk1"/>
              </a:solidFill>
            </a:endParaRPr>
          </a:p>
          <a:p>
            <a:pPr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the CLI</a:t>
            </a:r>
            <a:endParaRPr>
              <a:solidFill>
                <a:schemeClr val="dk1"/>
              </a:solidFill>
            </a:endParaRPr>
          </a:p>
          <a:p>
            <a:pPr>
              <a:buAutoNum type="arabicPeriod" startAt="3"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Open the generated </a:t>
            </a:r>
            <a:r>
              <a:rPr b="0" i="0">
                <a:latin typeface="Consolas"/>
                <a:solidFill>
                  <a:schemeClr val="dk1"/>
                </a:solidFill>
              </a:rPr>
              <a:t>.pptx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Blockquote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i="1">
                <a:latin typeface="+mn-lt"/>
                <a:ea typeface="+mn-ea"/>
                <a:cs typeface="+mn-cs"/>
                <a:solidFill>
                  <a:schemeClr val="accent1"/>
                </a:solidFill>
              </a:rPr>
              <a:t>markdown-pptx keeps the source format simple enough to read directly while still producing a real presentation.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Code block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Consolas"/>
                <a:solidFill>
                  <a:schemeClr val="dk1"/>
                </a:solidFill>
              </a:rPr>
              <a:t>markdown-pptx sample/showcase.md sample/showcase.pptx --force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Local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Remote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Background color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solid slide background color.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MarkdownSlidesBackground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Background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slide background image.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Linear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linear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57999">
              <a:schemeClr val="accent4"/>
            </a:gs>
            <a:gs pos="100000">
              <a:schemeClr val="lt1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Radial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radial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Slide colors override document colors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None/>
              <a:defRPr>
                <a:solidFill>
                  <a:schemeClr val="lt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lt1"/>
                </a:solidFill>
              </a:rPr>
              <a:t>This slide overrides the document-level title and body colors.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ns0:theme xmlns:ns0="http://schemas.openxmlformats.org/drawingml/2006/main" xmlns:ns1="http://schemas.microsoft.com/office/thememl/2012/main" name="Office Theme">
  <ns0:themeElements>
    <ns0:clrScheme name="Custom">
      <ns0:dk1>
        <ns0:sysClr val="windowText" lastClr="10263F"/>
      </ns0:dk1>
      <ns0:lt1>
        <ns0:sysClr val="window" lastClr="F9F9F9"/>
      </ns0:lt1>
      <ns0:dk2>
        <ns0:srgbClr val="355A78"/>
      </ns0:dk2>
      <ns0:lt2>
        <ns0:srgbClr val="EEF8FF"/>
      </ns0:lt2>
      <ns0:accent1>
        <ns0:srgbClr val="1D6FA8"/>
      </ns0:accent1>
      <ns0:accent2>
        <ns0:srgbClr val="5AA9E6"/>
      </ns0:accent2>
      <ns0:accent3>
        <ns0:srgbClr val="7FC8F8"/>
      </ns0:accent3>
      <ns0:accent4>
        <ns0:srgbClr val="FFB347"/>
      </ns0:accent4>
      <ns0:accent5>
        <ns0:srgbClr val="FF6392"/>
      </ns0:accent5>
      <ns0:accent6>
        <ns0:srgbClr val="144F79"/>
      </ns0:accent6>
      <ns0:hlink>
        <ns0:srgbClr val="1D6FA8"/>
      </ns0:hlink>
      <ns0:folHlink>
        <ns0:srgbClr val="355A78"/>
      </ns0:folHlink>
    </ns0:clrScheme>
    <ns0:fontScheme name="Office">
      <ns0:majorFont>
        <ns0:latin typeface="Aptos Display" panose="02110004020202020204"/>
        <ns0:ea typeface=""/>
        <ns0:cs typeface=""/>
        <ns0:font script="Jpan" typeface="游ゴシック Light"/>
        <ns0:font script="Hang" typeface="맑은 고딕"/>
        <ns0:font script="Hans" typeface="等线 Light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Aptos" panose="02110004020202020204"/>
        <ns0:ea typeface=""/>
        <ns0:cs typeface=""/>
        <ns0:font script="Jpan" typeface="游ゴシック"/>
        <ns0:font script="Hang" typeface="맑은 고딕"/>
        <ns0:font script="Hans" typeface="等线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  <ns0:ln w="2540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  <ns0:extLst>
    <ns0:ext uri="{05A4C25C-085E-4340-85A3-A5531E510DB2}">
      <ns1:themeFamily name="Office Theme" id="{2E142A2C-CD16-42D6-873A-C26D2A0506FA}" vid="{1BDDFF52-6CD6-40A5-AB3C-68EB2F1E4D0A}"/>
    </ns0:ext>
  </ns0:extLst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24</Words>
  <Application>Microsoft Office PowerPoint</Application>
  <PresentationFormat>Widescreen</PresentationFormat>
  <Paragraphs>8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Title slide title</vt:lpstr>
      <vt:lpstr>Title and content title</vt:lpstr>
      <vt:lpstr>Section header title</vt:lpstr>
      <vt:lpstr>Title only 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Ellis</dc:creator>
  <cp:lastModifiedBy>Paul Ellis</cp:lastModifiedBy>
  <cp:revision>1</cp:revision>
  <dcterms:created xsi:type="dcterms:W3CDTF">2026-04-20T23:25:17Z</dcterms:created>
  <dcterms:modified xsi:type="dcterms:W3CDTF">2026-04-21T00:57:01Z</dcterms:modified>
</cp:coreProperties>
</file>